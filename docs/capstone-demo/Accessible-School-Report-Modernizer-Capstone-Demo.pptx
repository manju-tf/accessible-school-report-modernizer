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21B6"/>
                </a:solidFill>
                <a:latin typeface="Calibri"/>
              </a:rPr>
              <a:t>PROTOTYPE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School employment reports
still start with two SAS programs
and a shared output folder.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7E5E4"/>
                </a:solidFill>
                <a:latin typeface="Calibri"/>
              </a:rPr>
              <a:t>We replaced the desktop ritual with a signed-in product — without inventing a single business rule.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21B6"/>
                </a:solidFill>
                <a:latin typeface="Calibri"/>
              </a:rPr>
              <a:t>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Meridian Test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7E5E4"/>
                </a:solidFill>
                <a:latin typeface="Calibri"/>
              </a:rPr>
              <a:t>The reporting shop’s command center: import the graduate workbook, generate the same seven-page school PDF, download only what you are allowed to see, and ask questions that stay inside authorized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A29E"/>
                </a:solidFill>
                <a:latin typeface="Calibri"/>
              </a:rPr>
              <a:t>.NET 8   ·   SQLite   ·   React   ·   QuestPDF   ·   Identity   ·   Knowledge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MERIDIAN TEST CLIENT   ·   Prototype showcase   ·   Class of 2025   · 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Calibri"/>
              </a:rPr>
              <a:t>THE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Calibri"/>
              </a:rPr>
              <a:t>A reporting shop that must ship one PDF per school, every cycle.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3957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They receive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34639"/>
            <a:ext cx="31546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An Excel extract of graduates: employment, demographics, employer type, region, salary.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9456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3957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They must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834639"/>
            <a:ext cx="31546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One Class of 2025 letter PDF per school. Seven pages. Same tables the schools already recognize.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19456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23957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They cannot 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834639"/>
            <a:ext cx="31546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Salary suppression. Recodes. Totals. Who is allowed to open which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MERIDIAN TEST CLIENT   ·   Prototype showcase   ·   Class of 2025   · 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Calibri"/>
              </a:rPr>
              <a:t>THE OLD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Calibri"/>
              </a:rPr>
              <a:t>Yesterday’s “product” was a specialist and a folder.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2743200" cy="35661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4414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Install SAS 9.4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80360"/>
            <a:ext cx="22860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917"/>
                </a:solidFill>
                <a:latin typeface="Calibri"/>
              </a:rPr>
              <a:t>Point two programs at local paths. Hope the folders exist.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240280"/>
            <a:ext cx="2743200" cy="35661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4414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Run the black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880360"/>
            <a:ext cx="22860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917"/>
                </a:solidFill>
                <a:latin typeface="Calibri"/>
              </a:rPr>
              <a:t>createschrptfiles2025.sas, then schreptsummary_2025.sas.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40280"/>
            <a:ext cx="2743200" cy="35661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4414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Collect PDFs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880360"/>
            <a:ext cx="22860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917"/>
                </a:solidFill>
                <a:latin typeface="Calibri"/>
              </a:rPr>
              <a:t>ODS print layout. Shared output. No sign-in.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240280"/>
            <a:ext cx="2743200" cy="35661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24414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Email the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2880360"/>
            <a:ext cx="22860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917"/>
                </a:solidFill>
                <a:latin typeface="Calibri"/>
              </a:rPr>
              <a:t>Anyone with the folder sees every school.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21B6"/>
                </a:solidFill>
                <a:latin typeface="Calibri"/>
              </a:rPr>
              <a:t>WHAT THAT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If only one person can run SAS,
the shop cannot scale — or prove — a 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E7E5E4"/>
                </a:solidFill>
                <a:latin typeface="Calibri"/>
              </a:rPr>
              <a:t>No dashboard of what is actually stored.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E5E4"/>
                </a:solidFill>
                <a:latin typeface="Calibri"/>
              </a:rPr>
              <a:t>No run history when a school asks “did you generate mine?”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E5E4"/>
                </a:solidFill>
                <a:latin typeface="Calibri"/>
              </a:rPr>
              <a:t>No test that salary stats stay hidden when n &lt; 5.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E5E4"/>
                </a:solidFill>
                <a:latin typeface="Calibri"/>
              </a:rPr>
              <a:t>No 404 when the wrong person guesses a download link.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7E5E4"/>
                </a:solidFill>
                <a:latin typeface="Calibri"/>
              </a:rPr>
              <a:t>A print PDF: only the first school’s ods pdf used the accessible option.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MERIDIAN TEST CLIENT   ·   Prototype showcase   ·   Class of 2025   · 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Calibri"/>
              </a:rPr>
              <a:t>THE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Calibri"/>
              </a:rPr>
              <a:t>Same SAS rules. A product instead of a ritual.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1917"/>
                </a:solidFill>
                <a:latin typeface="Calibri"/>
              </a:rPr>
              <a:t>Meridian Test Client is a local web app that runs the characterized school-employment pipeline — import, calculate, generate, authorize, answer — without rewriting the business logic to look cleaner.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8328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5844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Keep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02336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CF-S-00. Seven pages. Gray headers. “.” for missing. Class of 2025 / July 2026.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38328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5844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Add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402336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Sign-in, school grants, run history, year dashboard, tagged PDF, Adobe-checked reading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38328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35844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Refuse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402336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Invented suppression. Restyled reports. A second database. The assistant as the calculator.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MERIDIAN TEST CLIENT   ·   Prototype showcase   ·   Class of 2025   · 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Calibri"/>
              </a:rPr>
              <a:t>Six clicks. One cycle.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57400"/>
            <a:ext cx="3703320" cy="1874519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1B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585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432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</a:rPr>
              <a:t>Identity cookie. Admin, report user, or viewer.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57400"/>
            <a:ext cx="3703320" cy="1874519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1B6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2585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Import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7432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</a:rPr>
              <a:t>Admin drops the .xlsx. Invalid rows logged. Duplicate hash rejected.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057400"/>
            <a:ext cx="3703320" cy="1874519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1B6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59" y="22585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See 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7432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</a:rPr>
              <a:t>Dashboard: schools and graduates by class year from stored rows.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114800"/>
            <a:ext cx="3703320" cy="1874519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1B6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3159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8006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</a:rPr>
              <a:t>One school or all. Sequential or bounded parallel (1–8).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114800"/>
            <a:ext cx="3703320" cy="1874519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1B6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3159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Deliver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8006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</a:rPr>
              <a:t>Authorized /downloads/reports/{id}. Else 404.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4114800"/>
            <a:ext cx="3703320" cy="1874519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1B6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59" y="43159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48006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</a:rPr>
              <a:t>Assistant quotes printed PDFs and docs. It does not rerun SAS.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MERIDIAN TEST CLIENT   ·   Prototype showcase   ·   Class of 2025   · 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Calibri"/>
              </a:rPr>
              <a:t>THE ARTIFACT SCHOOLS ALREADY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Calibri"/>
              </a:rPr>
              <a:t>Seven letter pages. We did not redesign the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5532120" cy="3657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39572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What they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34639"/>
            <a:ext cx="50749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Page 1: Total Reported under the headers. Employment, gender, race, employer type, region, salaries. Note, then test-client footer in the flow. Missing cells stay “.” — screen-reader name: Not displayed.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5486400" cy="3657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3957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What we added behind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834639"/>
            <a:ext cx="5029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Tags, language, reading order. Adobe Acrobat accessibility checker: passed, screen order correct. That check is recorded separately. Not a veraPDF / PAC / NVDA pack.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MERIDIAN TEST CLIENT   ·   Prototype showcase   ·   Class of 2025   · 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Calibri"/>
              </a:rPr>
              <a:t>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Calibri"/>
              </a:rPr>
              <a:t>The wrong person never “finds” another school.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Calibri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31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Calibri"/>
              </a:rPr>
              <a:t>Loads the cycle. Can generate every school.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63239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918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Calibri"/>
              </a:rPr>
              <a:t>Report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9183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Calibri"/>
              </a:rPr>
              <a:t>Generates a school they are granted.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2336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Calibri"/>
              </a:rPr>
              <a:t>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2519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Calibri"/>
              </a:rPr>
              <a:t>Reads granted reports. Cannot import. Cannot generate 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8348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Calibri"/>
              </a:rPr>
              <a:t>No grant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2120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Calibri"/>
              </a:rPr>
              <a:t>Guessing a report id returns 404 — no name, no path.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MERIDIAN TEST CLIENT   ·   Prototype showcase   ·   Class of 2025   · 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Calibri"/>
              </a:rPr>
              <a:t>THE SUPPORTING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Calibri"/>
              </a:rPr>
              <a:t>Ask the reports. Do not ask the model to invent totals.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1917"/>
                </a:solidFill>
                <a:latin typeface="Calibri"/>
              </a:rPr>
              <a:t>The Knowledge Assistant searches authorized catalog text and generated PDFs. It quotes printed figures. It can sum printed Total Reported. It never recalculates SAS, salaries, or suppression from raw rows.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91840"/>
            <a:ext cx="3657600" cy="2560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493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This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31920"/>
            <a:ext cx="32004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Locked to one PDF you can 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291840"/>
            <a:ext cx="3657600" cy="2560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493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All reports you can see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931920"/>
            <a:ext cx="32004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Sums, last year, difference — from printed numbers.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291840"/>
            <a:ext cx="3657600" cy="2560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3493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No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3931920"/>
            <a:ext cx="32004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We show Insufficient evidence. We do not guess.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21B6"/>
                </a:solidFill>
                <a:latin typeface="Calibri"/>
              </a:rPr>
              <a:t>THE UNFAIR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We characterized SAS before we wrote C#.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7E5E4"/>
                </a:solidFill>
                <a:latin typeface="Calibri"/>
              </a:rPr>
              <a:t>Every count, recode, and suppression has a Rule ID. Eighteen ambiguous cases stayed skipped. We did not “clean up” the rules to make a prettier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11064240" cy="2194560"/>
          </a:xfrm>
          <a:prstGeom prst="roundRect">
            <a:avLst>
              <a:gd name="adj" fmla="val 8000"/>
            </a:avLst>
          </a:prstGeom>
          <a:solidFill>
            <a:srgbClr val="2A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8862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Calibri"/>
              </a:rPr>
              <a:t>CF-S-00 — the line investors should remember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891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7E5E4"/>
                </a:solidFill>
                <a:latin typeface="Calibri"/>
              </a:rPr>
              <a:t>Salary statistics print only when n ≥ 5 on non-missing full-time long-term salaries. Not on headcount. An AI proposal to emit salaries when n &lt; 5 was rejected. The test still fails that change on purpose.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MERIDIAN TEST CLIENT   ·   Prototype showcase   ·   Class of 2025   · 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Calibri"/>
              </a:rPr>
              <a:t>TRACTION — WHAT WE CAN SHOW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Calibri"/>
              </a:rPr>
              <a:t>A running prototype. Tests. A human veto 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350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Live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78892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Sign-in, import, generate, history, assistant — https://localhost:7117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350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Locked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8892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Characterization + calculator tests. CF-S-00 cannot silently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14884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2350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Adobe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78892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Accessibility checker passed. Reading / screen order correct.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148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3159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CI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75488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GitHub Actions builds and tests on main and every PR.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1148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43159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Authz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475488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Unauthorized download is 404. RAG filters before the model.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41148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2" y="43159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Honest miss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475488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Baseline PDF vs sample Excel is a known population mismatch. We did not chase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MERIDIAN TEST CLIENT   ·   Prototype showcase   ·   Class of 2025   · 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Calibri"/>
              </a:rPr>
              <a:t>WHY NOT KEEP SAS?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Calibri"/>
              </a:rPr>
              <a:t>SAS still knows the rules. It is not a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5532120" cy="3749039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7534E"/>
                </a:solidFill>
                <a:latin typeface="Calibri"/>
              </a:rPr>
              <a:t>SAS 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C1917"/>
                </a:solidFill>
                <a:latin typeface="Calibri"/>
              </a:rPr>
              <a:t>License + local paths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1917"/>
                </a:solidFill>
                <a:latin typeface="Calibri"/>
              </a:rPr>
              <a:t>Rules untested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1917"/>
                </a:solidFill>
                <a:latin typeface="Calibri"/>
              </a:rPr>
              <a:t>Print PDF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1917"/>
                </a:solidFill>
                <a:latin typeface="Calibri"/>
              </a:rPr>
              <a:t>Shared folder = access control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1917"/>
                </a:solidFill>
                <a:latin typeface="Calibri"/>
              </a:rPr>
              <a:t>Staff memory = knowledge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486400" cy="3749039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Calibri"/>
              </a:rPr>
              <a:t>Meridian Test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346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C1917"/>
                </a:solidFill>
                <a:latin typeface="Calibri"/>
              </a:rPr>
              <a:t>Browser + SQLite, no SAS to run a cycle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1917"/>
                </a:solidFill>
                <a:latin typeface="Calibri"/>
              </a:rPr>
              <a:t>Rule IDs + automated tests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1917"/>
                </a:solidFill>
                <a:latin typeface="Calibri"/>
              </a:rPr>
              <a:t>Same look, tagged, Adobe-checked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1917"/>
                </a:solidFill>
                <a:latin typeface="Calibri"/>
              </a:rPr>
              <a:t>Roles and school grants on the server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1917"/>
                </a:solidFill>
                <a:latin typeface="Calibri"/>
              </a:rPr>
              <a:t>Assistant on authorized evidence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21B6"/>
                </a:solidFill>
                <a:latin typeface="Calibri"/>
              </a:rPr>
              <a:t>LIVE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Don’t take the slides.
Take the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7E5E4"/>
                </a:solidFill>
                <a:latin typeface="Calibri"/>
              </a:rPr>
              <a:t>Admin signs in. Dashboard shows stored graduates by year.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7E5E4"/>
                </a:solidFill>
                <a:latin typeface="Calibri"/>
              </a:rPr>
              <a:t>Import is Admin-only. A repeat file is rejected.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7E5E4"/>
                </a:solidFill>
                <a:latin typeface="Calibri"/>
              </a:rPr>
              <a:t>Generate one school. Open the seven-page PDF.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7E5E4"/>
                </a:solidFill>
                <a:latin typeface="Calibri"/>
              </a:rPr>
              <a:t>Ask: “What is Total Reported in this report?”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7E5E4"/>
                </a:solidFill>
                <a:latin typeface="Calibri"/>
              </a:rPr>
              <a:t>Sign in as Viewer. Import denied. Wrong PDF id → 404.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MERIDIAN TEST CLIENT   ·   Prototype showcase   ·   Class of 2025   · 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Calibri"/>
              </a:rPr>
              <a:t>THE FINE PRINT INVESTORS SHOULD HEAR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Calibri"/>
              </a:rPr>
              <a:t>We will not oversell the prototype.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5532120" cy="3657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39572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What is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34639"/>
            <a:ext cx="50749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Local MVP. SQLite only. Totals from C#. Adobe Acrobat checker observed on generated PDFs. Human rejected “print salaries when n &lt; 5.”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5486400" cy="3657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3957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What is not claimed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834639"/>
            <a:ext cx="5029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Cloud scale. A second database. veraPDF / PAC / NVDA pack. Playwright CI. Matching the Test University baseline headcount. The assistant as source of truth.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MERIDIAN TEST CLIENT   ·   Prototype showcase   ·   Class of 2025   · 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Calibri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Calibri"/>
              </a:rPr>
              <a:t>Green-light the prototype. Hold the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1917"/>
                </a:solidFill>
                <a:latin typeface="Calibri"/>
              </a:rPr>
              <a:t>This capstone is ready to demo as a shop tool. The next money — if it ever comes — is validation packs, a real identity provider, and performance on a full generate-all. Not a rewrite of CF-S-00.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91840"/>
            <a:ext cx="3657600" cy="2560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493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Use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31920"/>
            <a:ext cx="32004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Run a cycle on the sample workbook. Generate one school. Download as Admin and fail as Viewer.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291840"/>
            <a:ext cx="3657600" cy="2560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493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Judge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931920"/>
            <a:ext cx="32004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Did we preserve SAS? Did we lock suppression? Did we stop the wrong download?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291840"/>
            <a:ext cx="3657600" cy="2560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3493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Calibri"/>
              </a:rPr>
              <a:t>Don’t ask us 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3931920"/>
            <a:ext cx="32004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Restyle the PDF. Guess skipped SAS. Put Excel rows into the assistant index.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21B6"/>
                </a:solidFill>
                <a:latin typeface="Calibri"/>
              </a:rPr>
              <a:t>MERIDIAN TEST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reports did not change.
The shop finally can.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7E5E4"/>
                </a:solidFill>
                <a:latin typeface="Calibri"/>
              </a:rPr>
              <a:t>Questions.
Class of 2025  ·  July 2026  ·  docs/capstone-demo/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